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5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1F10-373D-53EE-AF47-69E1695C1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33F65-7C47-6AF0-1776-9955C8780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6BF9C-8A3A-6A3F-54E6-8D2F18FE1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5FADB-B2E3-90C3-0C35-874F7C36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84923-018C-988A-66AC-FA34B444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609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61C2-05E0-709D-31E4-9E20A51E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63F08-B436-CA05-4150-19588FE32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BADEF-D5E9-34B0-4DF2-04AE6264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CE50C-C14C-05F5-E47C-3576549F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9E91-899F-3D48-5ED6-9A72F4A3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435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36C5-A048-51E7-FD03-CB8ECE1C5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8B492-AE49-2B69-5B9A-739773721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3BF94-84CA-037C-E3AE-98B6DFB8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931F3-37F8-5FEE-C026-187C65DC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BCFC5-203F-10D7-816A-99600AD1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156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ED7B-FA46-BCD8-6E24-37DFF3450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C1568-1D0D-7437-E0B3-43B0028FB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9129B-185D-596F-61CF-0F9A40176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8C081-E2D1-0FEB-DB9B-A6E8338E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C7FFC-8545-0AF1-83DB-DE225B7E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576D2-4F80-7BEF-E5F4-BFFBDE55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776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2E7A4-2D34-E9CE-C37C-766597AAB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C16A7-CBE8-AC81-CF83-61A04D536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2BADA-6EF3-066E-2D40-5ED47C55F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A94E7-2A22-BEF5-FF5F-6A4E6958A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F93D09-E1E1-11CE-0746-FA30418BC7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6A42C7-8CFC-60F1-BD40-8775CA4B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3EF1EC-EAD2-D7C8-B2B4-BC54B85E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199497-37BE-7C16-81BA-EA5BEC97A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43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DA1F6-3805-5C80-27FA-CBBE43EF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286A4-2E55-6DAC-F76B-EBE09D27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167B5-AB44-4C0A-40BA-9EAD39CE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7FE3E-9394-28CE-603E-E666BEAB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29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AA249-9A7E-C3B1-BD90-39A78820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2E0C3-C19F-6FF2-CE4A-56C0F672C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7A22A-5CFA-D4D4-3F92-29429BE4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8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1568-E80D-6730-71DA-9FF858DE9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17DF3-FDE0-43EF-24A4-73C707959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4F7CC-8859-BF9F-F229-FE1665643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B97DC-33F7-9926-C7BF-7E818A78C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C2B38-CC46-8C26-6F05-EAEDF9C2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41C36-4A55-44D0-88B9-00A6EE23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118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7ED99-4455-D5C5-6B49-DFB6EE160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818F30-2088-0342-565B-7BB9F89F7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A5F94-6CA5-522D-78A4-4A49EE624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E576B-C128-A177-F69D-13124A03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B8BF1-5294-DB4A-C766-8D8D3280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BF576-46A3-E29D-250D-6DF2482B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7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2916-5E02-EA5F-6AD3-8674F4CE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C5534-936B-D26B-8DF6-BA85E817B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5A46D-D936-DB50-F4EE-65CDD3BC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51F86-0E26-CFA4-2E47-53569949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65839-88E7-789E-7580-98B19512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96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8A950-6818-E5AB-7B16-A63ACA560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0DC9E-186A-704E-D318-8A0ECF33C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FCE80-3F5B-60A1-D414-3C98AAA6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DFDE0-3576-C8B5-1DD6-C250F7B0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2FE66-970C-F4DD-A89E-03DE7781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91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417F10-1F2C-0BE2-5AFC-68CFE58A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A1253-A760-B7CC-6E15-94A9669B7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0848B-D145-C39A-3FDC-A9DEB06A9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7B947-FBC9-411C-B470-B42B96E36EE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8867E-EC53-318F-2F42-0ABC23F13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8D70A-CF29-BFE0-C00B-61E00CD50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00ECC-F022-4BB8-84C9-56B3A23C5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77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3ECCAEB-2CC6-47A1-CDC0-F3A87115C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19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F4360-2169-6890-C818-41E3729D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41E0F-E639-8710-67BC-A1B9CFCDF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r>
              <a:rPr lang="en-IN" dirty="0"/>
              <a:t>SQL </a:t>
            </a:r>
          </a:p>
          <a:p>
            <a:r>
              <a:rPr lang="en-IN" dirty="0"/>
              <a:t>Power BI </a:t>
            </a:r>
          </a:p>
          <a:p>
            <a:r>
              <a:rPr lang="en-IN" dirty="0"/>
              <a:t>Excel </a:t>
            </a:r>
          </a:p>
          <a:p>
            <a:r>
              <a:rPr lang="en-IN" dirty="0"/>
              <a:t>Matplotlib </a:t>
            </a:r>
          </a:p>
          <a:p>
            <a:r>
              <a:rPr lang="en-IN" dirty="0"/>
              <a:t>Seaborn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50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0ED7-AD72-3ABD-631E-1A4BEDAC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9124E-709A-B9E1-35EE-B2235CB49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cleaning </a:t>
            </a:r>
          </a:p>
          <a:p>
            <a:r>
              <a:rPr lang="en-US" dirty="0"/>
              <a:t>EDA (</a:t>
            </a:r>
            <a:r>
              <a:rPr lang="en-IN" dirty="0">
                <a:latin typeface="Aptos" panose="020B0004020202020204" pitchFamily="34" charset="0"/>
              </a:rPr>
              <a:t>Exploratory Data Analysis)</a:t>
            </a:r>
            <a:endParaRPr lang="en-US" dirty="0"/>
          </a:p>
          <a:p>
            <a:r>
              <a:rPr lang="en-US" dirty="0"/>
              <a:t>Dashboarding </a:t>
            </a:r>
          </a:p>
          <a:p>
            <a:r>
              <a:rPr lang="en-US" dirty="0"/>
              <a:t>Statistical analysis </a:t>
            </a:r>
          </a:p>
          <a:p>
            <a:r>
              <a:rPr lang="en-US" dirty="0"/>
              <a:t>Business intelligence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87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DEE4-1143-BD76-4CAF-18EB65CE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 Display" panose="020B0004020202020204" pitchFamily="34" charset="0"/>
                <a:cs typeface="Arial" panose="020B0604020202020204" pitchFamily="34" charset="0"/>
              </a:rPr>
              <a:t>Task 1:</a:t>
            </a:r>
            <a:r>
              <a:rPr lang="en-IN" dirty="0">
                <a:latin typeface="Aptos Display" panose="020B0004020202020204" pitchFamily="34" charset="0"/>
              </a:rPr>
              <a:t>Data Immersion &amp; Wrangling</a:t>
            </a:r>
            <a:endParaRPr lang="en-IN" b="1" dirty="0">
              <a:latin typeface="Aptos Display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5E809-DF98-042A-E25F-C99E841991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Missing value handling</a:t>
            </a:r>
          </a:p>
          <a:p>
            <a:r>
              <a:rPr lang="en-US" dirty="0"/>
              <a:t> Duplicate removal</a:t>
            </a:r>
          </a:p>
          <a:p>
            <a:r>
              <a:rPr lang="en-US" dirty="0"/>
              <a:t>Date formatting</a:t>
            </a:r>
          </a:p>
          <a:p>
            <a:r>
              <a:rPr lang="en-US" dirty="0"/>
              <a:t>Feature engineering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7BAEF8-1740-E3E8-546A-2CA9C3DEF9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886" y="1825625"/>
            <a:ext cx="24347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3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535C-8B61-2B23-7271-EB542405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Task 2: EDA &amp; Business Intelligence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4F9D7-93AC-439A-22DA-5F8D37BDB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EDA &amp; correlation analysis</a:t>
            </a:r>
          </a:p>
          <a:p>
            <a:r>
              <a:rPr lang="en-US" dirty="0"/>
              <a:t>SQL business queries</a:t>
            </a:r>
          </a:p>
          <a:p>
            <a:r>
              <a:rPr lang="en-US" dirty="0"/>
              <a:t>Trend analysis</a:t>
            </a:r>
          </a:p>
          <a:p>
            <a:r>
              <a:rPr lang="en-US" dirty="0"/>
              <a:t>Key business insights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84790-6560-DC02-8D78-4E4C86C29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3" y="1690688"/>
            <a:ext cx="5232399" cy="415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74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FA1D4-3DA8-72E8-4C1B-9FA43B1C2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 Narrow" panose="020B0004020202020204" pitchFamily="34" charset="0"/>
                <a:cs typeface="Arial" panose="020B0604020202020204" pitchFamily="34" charset="0"/>
              </a:rPr>
              <a:t>Task 3:</a:t>
            </a:r>
            <a:r>
              <a:rPr lang="en-IN" b="1" dirty="0">
                <a:latin typeface="Aptos Narrow" panose="020B0004020202020204" pitchFamily="34" charset="0"/>
              </a:rPr>
              <a:t>Deep-Dive Analysis &amp; Interactive Dashboarding</a:t>
            </a:r>
            <a:endParaRPr lang="en-IN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875CAD-B8B1-0665-E0E9-8B55DF3EE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Interactive dashboard</a:t>
            </a:r>
          </a:p>
          <a:p>
            <a:r>
              <a:rPr lang="en-IN" dirty="0"/>
              <a:t> KPI monitoring</a:t>
            </a:r>
          </a:p>
          <a:p>
            <a:r>
              <a:rPr lang="en-IN" dirty="0"/>
              <a:t> Content trend analysis</a:t>
            </a:r>
          </a:p>
          <a:p>
            <a:r>
              <a:rPr lang="en-IN" dirty="0"/>
              <a:t> Genre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C36F99-8213-AE18-3AAD-6EEEF286A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867" y="1690688"/>
            <a:ext cx="7391400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40E7-B42D-83D8-409F-E93C75ED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 Display" panose="020B0004020202020204" pitchFamily="34" charset="0"/>
                <a:cs typeface="Arial" panose="020B0604020202020204" pitchFamily="34" charset="0"/>
              </a:rPr>
              <a:t>Task 4: Data Storytelling &amp; Hypothesis Testing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1BF33E-DC28-194A-32AC-F47AF668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storytelling</a:t>
            </a:r>
          </a:p>
          <a:p>
            <a:r>
              <a:rPr lang="en-US" dirty="0"/>
              <a:t>Business recommendations</a:t>
            </a:r>
          </a:p>
          <a:p>
            <a:r>
              <a:rPr lang="en-US" dirty="0"/>
              <a:t>Hypothesis testing</a:t>
            </a:r>
          </a:p>
          <a:p>
            <a:r>
              <a:rPr lang="en-US" dirty="0"/>
              <a:t>Statistical validation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594BA5-C2E6-EF54-831D-B60A81ED6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334" y="2869012"/>
            <a:ext cx="5896798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82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23055-684B-32F2-E506-6090A6B18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8067"/>
            <a:ext cx="10515600" cy="55588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Conclusion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This internship enhanced my practical knowledge in</a:t>
            </a:r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 data cleaning, exploratory data analysis, SQL, dashboard </a:t>
            </a:r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development, statistical analysis, and data storytelling.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Through this project, I gained hands-on experience</a:t>
            </a:r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in transforming raw data into meaningful business insights</a:t>
            </a:r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using Python, Power BI, and visualization techniques.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The internship also strengthened my analytical thinking,</a:t>
            </a:r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problem-solving abilities, and business intelligence skills.</a:t>
            </a: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Thank You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474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172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Aptos Narrow</vt:lpstr>
      <vt:lpstr>Arial</vt:lpstr>
      <vt:lpstr>Arial Black</vt:lpstr>
      <vt:lpstr>Bahnschrift</vt:lpstr>
      <vt:lpstr>Calibri</vt:lpstr>
      <vt:lpstr>Calibri Light</vt:lpstr>
      <vt:lpstr>Office Theme</vt:lpstr>
      <vt:lpstr>PowerPoint Presentation</vt:lpstr>
      <vt:lpstr>Tools Used </vt:lpstr>
      <vt:lpstr>Objectives</vt:lpstr>
      <vt:lpstr>Task 1:Data Immersion &amp; Wrangling</vt:lpstr>
      <vt:lpstr>Task 2: EDA &amp; Business Intelligence</vt:lpstr>
      <vt:lpstr>Task 3:Deep-Dive Analysis &amp; Interactive Dashboarding</vt:lpstr>
      <vt:lpstr>Task 4: Data Storytelling &amp; Hypothesis Testing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Tudu</dc:creator>
  <cp:lastModifiedBy>Pradeep Tudu</cp:lastModifiedBy>
  <cp:revision>6</cp:revision>
  <cp:lastPrinted>2026-05-08T06:11:51Z</cp:lastPrinted>
  <dcterms:created xsi:type="dcterms:W3CDTF">2026-05-08T05:27:09Z</dcterms:created>
  <dcterms:modified xsi:type="dcterms:W3CDTF">2026-05-08T12:46:31Z</dcterms:modified>
</cp:coreProperties>
</file>