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AB5E-B668-C87C-8463-51FE51C23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61BE0-62BB-1F5E-57A9-9E5BF317C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DCECC-18B3-8BF1-7FB1-E65D0729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E054F-6BD6-1414-727D-8920111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604E-0F12-2367-2701-CC8ADA3B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5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7A62-C035-8015-E0BC-EAAD7560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BFA43-E3A2-1172-D301-C7F4C2416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61652-6380-F892-BF6C-8D76C697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81A9-F1A4-FA9E-B058-ACCAAEFA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928BC-C725-B404-1C93-AFCDBBE0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3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59E6-EAA0-3CE8-F5F6-272B3519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7A528-B107-1EFA-6801-69F51E28F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AB81C-F838-4569-81BF-9C2162D0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FB6ED-ECC1-40EC-AB60-AB153BCB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3BC48-89EE-210F-EDD7-65B6D1BE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4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B096-305D-2BA8-D194-8A484FD3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0FF5B-D54A-C31C-235E-36CA18AE0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C3377-E6F1-7D3E-0198-9FD359CCF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AC428-D064-CE19-499E-73B077A20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34BB5-D8FD-7910-4D34-B50B3B8D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A5DC3-4CE6-E896-65AF-310ABF05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6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8D53-B99A-6F0C-4047-57D3C17D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560A8-6F3A-9A7D-9226-A591011F8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A6B15-C671-6BB3-E903-76EF91D51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D8DB0-4135-0772-D341-97A1AA05A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66FA6-B3CE-39A2-5FFC-92D039070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374C6-46AE-C3C5-4AD1-AB87760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AEF8A-9CAA-ED00-93F9-6FF53C67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F0F21-E68A-5FE5-7F6D-53F9A457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08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DEE9-2B1A-8B40-1063-34608E17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10625-85DD-7E0F-3CC9-86F49980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5F643-984C-FB6E-B035-02C16A57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AE9D7-FED0-072D-DE9E-6941F9A6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34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22DBD-B71E-2865-DB4C-96388DE0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20312-00D8-1EB1-2EAC-F0FB4992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10FC6-A51A-FADB-15F7-59B54B39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6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BE29-48E3-8FD0-C934-A98C135B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F516-A060-3645-E82B-E6F52DA04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0F1B0-2F27-A348-06D7-0C668B965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FD3E7-F0D3-5100-F6C1-CC4F7F6B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FDB8C-C412-BF37-8489-2293E1B4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D658C-D0B1-9BA0-FFD1-E14D5CD5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98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3A98-AE0A-B06F-33D9-BEE697FC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A39FD-A455-E86F-AD82-3C79535CD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4A8AE-5452-6927-B80E-B64CD61E3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1B4E6-B557-BE6B-D305-78639CCC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7B7CE-F3E6-958A-CECB-194661D3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371CA-BD26-81A6-7741-EA6067A4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6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C477-9B23-464C-D9E6-3629C114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EFB78-DC9D-8E77-2F54-A2D7FA3F8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90D84-B3DA-DF54-D006-237DA83C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FD738-81C0-68B7-2DC0-965FF7C0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446C5-5FE1-E260-ECF6-884C97DD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8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3B27F-A601-E157-AF55-4E3F79423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622DC-11FF-2E52-3C36-5766EE942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47F4-4DE1-1CEF-67E8-F04F4BA8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C966-ADB5-5134-21F9-DE1AF1B2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4DEC3-47FC-7E1F-D28B-702349B6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86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E235BF-FF7B-9031-7880-A0DDB5EE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945D9-78BF-91CA-D733-21F959828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9AFAF-F6EB-88F1-8FA6-D8CE69333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18C8A-749E-44A9-AFEE-81AF5C3F277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15699-8E93-BA1C-B493-3CAE04AD6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8AB23-1D79-9330-732A-3F0876AE6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E6395-ADE3-4769-A6EE-36F93ADDB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91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58C0-5069-CF34-4464-9D66C14F2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Netflix Content Data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70E4A-B7C1-D22E-0B3F-B69B71874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/>
              <a:t>Subtitle:</a:t>
            </a:r>
            <a:r>
              <a:rPr lang="en-US" dirty="0"/>
              <a:t> Exploratory Data Analysis and Business Insights</a:t>
            </a:r>
            <a:br>
              <a:rPr lang="en-US" dirty="0"/>
            </a:br>
            <a:r>
              <a:rPr lang="en-US" b="1" dirty="0"/>
              <a:t>Presented by:</a:t>
            </a:r>
            <a:r>
              <a:rPr lang="en-US" dirty="0"/>
              <a:t> Pradeep Tudu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379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9EA1-40D2-9EAA-B03B-E71E175C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E79F08-04B2-AE5E-60CC-775A9B637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7"/>
            <a:ext cx="795057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Understand content distribution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IN" dirty="0"/>
              <a:t>Identify dominant genres and content patterns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Study country-wise contribution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Explore release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dirty="0"/>
              <a:t>Analyze audience targeting through content ratings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42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9F83-3BB3-9709-05AB-A46AFEA9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D9763-380A-E286-DE4C-9DDB35EC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1" y="2311399"/>
            <a:ext cx="8627532" cy="43941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59FB-A7C6-381C-F983-8510A04F1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5" y="1546225"/>
            <a:ext cx="3801532" cy="1146175"/>
          </a:xfrm>
        </p:spPr>
        <p:txBody>
          <a:bodyPr>
            <a:normAutofit/>
          </a:bodyPr>
          <a:lstStyle/>
          <a:p>
            <a:r>
              <a:rPr lang="en-US" sz="1600" dirty="0"/>
              <a:t>Total Records: 8804 </a:t>
            </a:r>
            <a:r>
              <a:rPr lang="en-IN" sz="1600" dirty="0"/>
              <a:t>titles</a:t>
            </a:r>
          </a:p>
          <a:p>
            <a:r>
              <a:rPr lang="en-IN" sz="1600" dirty="0"/>
              <a:t>Total Features (Variables): 12 columns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5231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0E91-A116-36AD-CAE6-8D88AA2F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Movies vs TV Shows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9215F-C173-2979-C8DA-C08DBD9F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267" y="1557866"/>
            <a:ext cx="7533927" cy="4804225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2E7C73E3-CE92-AE73-B281-A8E83EBF6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800" y="1485106"/>
            <a:ext cx="315806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Movies = 69.6%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TV Shows = 30.4% </a:t>
            </a:r>
          </a:p>
        </p:txBody>
      </p:sp>
    </p:spTree>
    <p:extLst>
      <p:ext uri="{BB962C8B-B14F-4D97-AF65-F5344CB8AC3E}">
        <p14:creationId xmlns:p14="http://schemas.microsoft.com/office/powerpoint/2010/main" val="392487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4584-A404-356D-8FFA-37F3555D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305858"/>
            <a:ext cx="9581783" cy="1325563"/>
          </a:xfrm>
        </p:spPr>
        <p:txBody>
          <a:bodyPr>
            <a:normAutofit/>
          </a:bodyPr>
          <a:lstStyle/>
          <a:p>
            <a:r>
              <a:rPr lang="en-IN" dirty="0"/>
              <a:t>Top Genres Distribution on Netflix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E33D22-BB22-496C-93F0-FC64A61B4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1522942"/>
            <a:ext cx="8167850" cy="4995333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A46E12D9-252F-3EDE-FFA2-DB08143EAA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083" y="2131281"/>
            <a:ext cx="39140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Movies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Dramas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Comedies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International TV Shows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3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D9E6-FDE4-3581-F69F-5B7E548A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Countries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B17E6-02AF-016D-9CB5-49CAC464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2472267" cy="10361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Key Findings:</a:t>
            </a:r>
          </a:p>
          <a:p>
            <a:r>
              <a:rPr lang="en-US" sz="1600" dirty="0"/>
              <a:t>US highest contributor </a:t>
            </a:r>
          </a:p>
          <a:p>
            <a:r>
              <a:rPr lang="en-US" sz="1600" dirty="0"/>
              <a:t>India among top producers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D534A-6083-58B0-6750-A5FAEADAC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65" y="1460501"/>
            <a:ext cx="8729133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E323-8D80-DE33-F7F6-C09BE4BA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Growth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3C21C-79DF-2384-026C-FF7DBEF54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89867" cy="1325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Finding:</a:t>
            </a:r>
          </a:p>
          <a:p>
            <a:r>
              <a:rPr lang="en-US" dirty="0"/>
              <a:t>Strong growth in recent years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88263-9F57-9121-B834-1C02286E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33" y="2015067"/>
            <a:ext cx="8077199" cy="430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6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D807-1989-61A1-F959-F3A61251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Audience Category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9197-00C4-6BFA-7E9B-84AA0A8C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2516981"/>
            <a:ext cx="3547532" cy="11715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Findings:</a:t>
            </a:r>
          </a:p>
          <a:p>
            <a:r>
              <a:rPr lang="en-US" dirty="0"/>
              <a:t>Most titles fall under major audience groups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F55471-D9D1-3B7D-6E8A-729FEC30D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333" y="1430868"/>
            <a:ext cx="8049317" cy="542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1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79FBB-0868-A2D0-6EEC-7414CA98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F65BD5-A142-331E-78B1-D0F0852BF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4267" y="1373933"/>
            <a:ext cx="4114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Movies dominate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Drama/Comedy lead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countries produce most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content growth observed </a:t>
            </a:r>
          </a:p>
        </p:txBody>
      </p:sp>
    </p:spTree>
    <p:extLst>
      <p:ext uri="{BB962C8B-B14F-4D97-AF65-F5344CB8AC3E}">
        <p14:creationId xmlns:p14="http://schemas.microsoft.com/office/powerpoint/2010/main" val="200021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A20B-F31D-4AF6-1FE0-6A609128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3D52A2-1C19-50BC-6BEF-B426EF7600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3931"/>
            <a:ext cx="35221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 in trending genres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in high-demand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diversity </a:t>
            </a:r>
          </a:p>
        </p:txBody>
      </p:sp>
    </p:spTree>
    <p:extLst>
      <p:ext uri="{BB962C8B-B14F-4D97-AF65-F5344CB8AC3E}">
        <p14:creationId xmlns:p14="http://schemas.microsoft.com/office/powerpoint/2010/main" val="71694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8F1C-3C41-37CB-48CC-FE4754B4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C7AF3-AB2F-A373-A08F-6BDB2EAEF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1733" cy="815975"/>
          </a:xfrm>
        </p:spPr>
        <p:txBody>
          <a:bodyPr/>
          <a:lstStyle/>
          <a:p>
            <a:r>
              <a:rPr lang="en-US" dirty="0"/>
              <a:t>Summary of findings and impact.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689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8F09-C13F-C916-F1CB-C6716737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9342"/>
          </a:xfrm>
        </p:spPr>
        <p:txBody>
          <a:bodyPr>
            <a:normAutofit/>
          </a:bodyPr>
          <a:lstStyle/>
          <a:p>
            <a:r>
              <a:rPr lang="en-IN" sz="8000" dirty="0"/>
              <a:t>         </a:t>
            </a:r>
            <a:br>
              <a:rPr lang="en-IN" sz="8000" dirty="0"/>
            </a:br>
            <a:r>
              <a:rPr lang="en-IN" sz="8000" dirty="0"/>
              <a:t>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76385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165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Netflix Content Data Analysis</vt:lpstr>
      <vt:lpstr>Objective</vt:lpstr>
      <vt:lpstr>Dataset Information</vt:lpstr>
      <vt:lpstr>Movies vs TV Shows</vt:lpstr>
      <vt:lpstr>Top Genres Distribution on Netflix</vt:lpstr>
      <vt:lpstr>Top Countries</vt:lpstr>
      <vt:lpstr>Content Growth Over Time</vt:lpstr>
      <vt:lpstr>Audience Category Distribution</vt:lpstr>
      <vt:lpstr>Key Insights</vt:lpstr>
      <vt:lpstr>Recommendations</vt:lpstr>
      <vt:lpstr>Conclusion</vt:lpstr>
      <vt:lpstr>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Tudu</dc:creator>
  <cp:lastModifiedBy>Pradeep Tudu</cp:lastModifiedBy>
  <cp:revision>4</cp:revision>
  <dcterms:created xsi:type="dcterms:W3CDTF">2026-04-28T19:40:56Z</dcterms:created>
  <dcterms:modified xsi:type="dcterms:W3CDTF">2026-04-29T07:09:33Z</dcterms:modified>
</cp:coreProperties>
</file>